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5" r:id="rId7"/>
    <p:sldId id="268" r:id="rId8"/>
    <p:sldId id="269" r:id="rId9"/>
    <p:sldId id="270" r:id="rId10"/>
    <p:sldId id="271" r:id="rId11"/>
    <p:sldId id="262" r:id="rId12"/>
    <p:sldId id="267" r:id="rId13"/>
    <p:sldId id="272" r:id="rId14"/>
    <p:sldId id="273" r:id="rId15"/>
    <p:sldId id="276" r:id="rId16"/>
    <p:sldId id="274" r:id="rId17"/>
    <p:sldId id="275" r:id="rId18"/>
    <p:sldId id="277" r:id="rId19"/>
    <p:sldId id="264" r:id="rId20"/>
    <p:sldId id="278" r:id="rId21"/>
    <p:sldId id="279" r:id="rId22"/>
    <p:sldId id="282" r:id="rId23"/>
    <p:sldId id="280" r:id="rId24"/>
    <p:sldId id="283" r:id="rId25"/>
    <p:sldId id="284" r:id="rId26"/>
    <p:sldId id="285" r:id="rId27"/>
    <p:sldId id="286" r:id="rId28"/>
    <p:sldId id="287" r:id="rId2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26/03/2021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>
                <a:solidFill>
                  <a:srgbClr val="FFFFFF"/>
                </a:solidFill>
              </a:rPr>
              <a:t>MHW1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Nome Cognome: Vittorio Toscano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Matricola: O46001514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Data: 26-03-2021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Descrizione del progetto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it-IT" sz="2000" dirty="0" err="1"/>
              <a:t>Epiphone</a:t>
            </a:r>
            <a:r>
              <a:rPr lang="it-IT" sz="2000" dirty="0"/>
              <a:t> DB è un sito web che gestisce una catena di negozi di vendita di CD – ALBUM musicali, strumenti, e attrezzatura del genere.</a:t>
            </a:r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E3554-1D0A-4FE7-968B-21CF8C90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Layout complessivo HTML+CSS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1A805AE-3162-4B60-A884-2DC6AFD6B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143" y="352839"/>
            <a:ext cx="4882049" cy="61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0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 e Menù di Navigazione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C5E996C-0603-433D-BEBE-9D9B1098E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548" y="2280603"/>
            <a:ext cx="7098549" cy="56772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83CB244-A86C-4D46-8F05-08D5D2C4E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122" y="2955841"/>
            <a:ext cx="66294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7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 e Menù di Navigazione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HTML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5B72473-98F8-4167-B26D-3C7990DAA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394" y="1204840"/>
            <a:ext cx="6919982" cy="315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1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 e Menù di Navigazione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FB8E321-D563-402D-87F5-589A2F8A3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695" y="586855"/>
            <a:ext cx="4105275" cy="536257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A38A38A-29FA-404B-B5D0-B8DC342A0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440" y="586855"/>
            <a:ext cx="3233245" cy="400147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630CA7D-61EE-4555-AC82-7D064AD58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440" y="4720705"/>
            <a:ext cx="18288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3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«COVER»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9B0E09A-55D3-4523-B9C0-094A604A9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293" y="2011203"/>
            <a:ext cx="7205749" cy="234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98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«COVER»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E01EB5-9333-4D42-9128-7ACD11A4DEED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HTML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5265D0C-7322-41E2-9C96-E42834600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580" y="2085613"/>
            <a:ext cx="6771609" cy="227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46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«COVER»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E01EB5-9333-4D42-9128-7ACD11A4DEED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D4FEC3-7E06-4EC0-8EBE-FB48F74FE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27" y="219661"/>
            <a:ext cx="6477043" cy="56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7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«COVER»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1E01EB5-9333-4D42-9128-7ACD11A4DEED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E3E01F0-EF34-487B-8D97-0C86E2AE5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515" y="364859"/>
            <a:ext cx="5735306" cy="61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82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«CARDS»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B783270-B2A9-4057-95EE-E8C1C6C73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10" y="174970"/>
            <a:ext cx="6839516" cy="349588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386982E-D8EB-4906-A81F-0E662136F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685" y="3818252"/>
            <a:ext cx="5732966" cy="289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«CARDS»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HTML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E3BBC1-0BA0-45E2-9943-B09920E41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08" y="1623813"/>
            <a:ext cx="7459320" cy="361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7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«CARDS»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80859D3-B24D-4F6B-9925-07E4B9170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3960" y="585172"/>
            <a:ext cx="60388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1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«CARDS»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E765623-078B-43A7-A709-B58C8F3E5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847" y="2251130"/>
            <a:ext cx="6331075" cy="224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57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«BANNER»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it-IT" sz="4000" dirty="0">
              <a:solidFill>
                <a:srgbClr val="FFFFFF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85556D1-A8D3-4B4C-B15C-27FF554AE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706" y="2280603"/>
            <a:ext cx="7051652" cy="198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79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«BANNER»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HTML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1087F4-2573-45D6-BAA0-C295A5A84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160" y="2789138"/>
            <a:ext cx="7572015" cy="12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20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«BANNER»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3824969-DFFD-48AC-A85D-E43247189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147" y="971549"/>
            <a:ext cx="6848475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6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«BANNER»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8E95E71-8423-499F-A307-C006D85ADE24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DC53A12-7B3B-4359-A039-261E9F33B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598" y="370238"/>
            <a:ext cx="4489101" cy="572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27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2C45269-FB85-4CC0-8493-66E3E1935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292" y="3009904"/>
            <a:ext cx="6608186" cy="134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95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9F507D-5144-4E6A-ACDC-42E84EA8EA9E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HTML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2F6F287-D69D-46F0-96E1-934F89FB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484" y="3396398"/>
            <a:ext cx="6471802" cy="107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16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9F507D-5144-4E6A-ACDC-42E84EA8EA9E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974409E-F621-4069-B751-386C50C98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602" y="2093236"/>
            <a:ext cx="7817465" cy="265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03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1" y="2006574"/>
            <a:ext cx="3201366" cy="1085930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302377A-90D7-4BA2-98B6-B576E170A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69" y="511388"/>
            <a:ext cx="4601217" cy="581106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AB45EF8-12E7-4979-9C84-6C8A26C2E43D}"/>
              </a:ext>
            </a:extLst>
          </p:cNvPr>
          <p:cNvSpPr txBox="1">
            <a:spLocks/>
          </p:cNvSpPr>
          <p:nvPr/>
        </p:nvSpPr>
        <p:spPr>
          <a:xfrm>
            <a:off x="1298713" y="3034572"/>
            <a:ext cx="2324660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«Header»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9999467-FBB6-4026-B148-E6AFAFC0E480}"/>
              </a:ext>
            </a:extLst>
          </p:cNvPr>
          <p:cNvSpPr txBox="1">
            <a:spLocks/>
          </p:cNvSpPr>
          <p:nvPr/>
        </p:nvSpPr>
        <p:spPr>
          <a:xfrm>
            <a:off x="1444488" y="3708903"/>
            <a:ext cx="2178886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«Menù»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873E2B-16DB-41C6-A6CD-70C8908303DC}"/>
              </a:ext>
            </a:extLst>
          </p:cNvPr>
          <p:cNvSpPr txBox="1">
            <a:spLocks/>
          </p:cNvSpPr>
          <p:nvPr/>
        </p:nvSpPr>
        <p:spPr>
          <a:xfrm>
            <a:off x="1495332" y="4376533"/>
            <a:ext cx="2178886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«Cover»</a:t>
            </a:r>
          </a:p>
        </p:txBody>
      </p:sp>
    </p:spTree>
    <p:extLst>
      <p:ext uri="{BB962C8B-B14F-4D97-AF65-F5344CB8AC3E}">
        <p14:creationId xmlns:p14="http://schemas.microsoft.com/office/powerpoint/2010/main" val="1598017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«Header» e «Menù»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9F507D-5144-4E6A-ACDC-42E84EA8EA9E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3343C2B-2B8E-486B-95FA-12A30B008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13" y="338924"/>
            <a:ext cx="5252036" cy="618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22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  <a:br>
              <a:rPr lang="it-IT" sz="4000" dirty="0">
                <a:solidFill>
                  <a:srgbClr val="FFFFFF"/>
                </a:solidFill>
              </a:rPr>
            </a:br>
            <a:r>
              <a:rPr lang="it-IT" sz="4000" dirty="0">
                <a:solidFill>
                  <a:srgbClr val="FFFFFF"/>
                </a:solidFill>
              </a:rPr>
              <a:t>«Cover»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F9F507D-5144-4E6A-ACDC-42E84EA8EA9E}"/>
              </a:ext>
            </a:extLst>
          </p:cNvPr>
          <p:cNvSpPr txBox="1">
            <a:spLocks/>
          </p:cNvSpPr>
          <p:nvPr/>
        </p:nvSpPr>
        <p:spPr>
          <a:xfrm>
            <a:off x="1965625" y="3831948"/>
            <a:ext cx="1427085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CD20CE2-6B5F-4868-85E3-2039D55EB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52" y="1963200"/>
            <a:ext cx="6883831" cy="29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9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1" y="2006574"/>
            <a:ext cx="3201366" cy="1085930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AB45EF8-12E7-4979-9C84-6C8A26C2E43D}"/>
              </a:ext>
            </a:extLst>
          </p:cNvPr>
          <p:cNvSpPr txBox="1">
            <a:spLocks/>
          </p:cNvSpPr>
          <p:nvPr/>
        </p:nvSpPr>
        <p:spPr>
          <a:xfrm>
            <a:off x="1298713" y="3034572"/>
            <a:ext cx="2324660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«Cards»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8F3B98F-BCC4-4299-A7F3-A5205C941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322" y="121024"/>
            <a:ext cx="1575691" cy="661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42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1" y="2006574"/>
            <a:ext cx="3201366" cy="1085930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AB45EF8-12E7-4979-9C84-6C8A26C2E43D}"/>
              </a:ext>
            </a:extLst>
          </p:cNvPr>
          <p:cNvSpPr txBox="1">
            <a:spLocks/>
          </p:cNvSpPr>
          <p:nvPr/>
        </p:nvSpPr>
        <p:spPr>
          <a:xfrm>
            <a:off x="1298713" y="3034572"/>
            <a:ext cx="2324660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«Cards»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8F60463-1D4D-4C9D-999B-7A153174CF58}"/>
              </a:ext>
            </a:extLst>
          </p:cNvPr>
          <p:cNvSpPr txBox="1">
            <a:spLocks/>
          </p:cNvSpPr>
          <p:nvPr/>
        </p:nvSpPr>
        <p:spPr>
          <a:xfrm>
            <a:off x="1298713" y="3556102"/>
            <a:ext cx="2324660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6DEF666-1E9B-45D8-A8FF-849764FAE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705" y="1359179"/>
            <a:ext cx="5736582" cy="413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7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1" y="2006574"/>
            <a:ext cx="3201366" cy="1085930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873E2B-16DB-41C6-A6CD-70C8908303DC}"/>
              </a:ext>
            </a:extLst>
          </p:cNvPr>
          <p:cNvSpPr txBox="1">
            <a:spLocks/>
          </p:cNvSpPr>
          <p:nvPr/>
        </p:nvSpPr>
        <p:spPr>
          <a:xfrm>
            <a:off x="1452365" y="3001626"/>
            <a:ext cx="2178886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«Banner»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4CB10E4-3D38-416F-A058-ABA1E16EA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22" y="143541"/>
            <a:ext cx="4591691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030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1" y="2006574"/>
            <a:ext cx="3201366" cy="1085930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Mobile Web: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873E2B-16DB-41C6-A6CD-70C8908303DC}"/>
              </a:ext>
            </a:extLst>
          </p:cNvPr>
          <p:cNvSpPr txBox="1">
            <a:spLocks/>
          </p:cNvSpPr>
          <p:nvPr/>
        </p:nvSpPr>
        <p:spPr>
          <a:xfrm>
            <a:off x="1452365" y="3001626"/>
            <a:ext cx="2178886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«Banner»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55B0BA6-B84B-42CB-8ACA-BAB7F00EB321}"/>
              </a:ext>
            </a:extLst>
          </p:cNvPr>
          <p:cNvSpPr txBox="1">
            <a:spLocks/>
          </p:cNvSpPr>
          <p:nvPr/>
        </p:nvSpPr>
        <p:spPr>
          <a:xfrm>
            <a:off x="1448441" y="3587327"/>
            <a:ext cx="2178886" cy="666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it-IT" sz="4000" dirty="0">
                <a:solidFill>
                  <a:srgbClr val="FFFFFF"/>
                </a:solidFill>
              </a:rPr>
              <a:t>CSS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5CD63AC-CD6C-4CE0-8F09-420F5FA0D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267" y="719329"/>
            <a:ext cx="5477512" cy="45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57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222</Words>
  <Application>Microsoft Office PowerPoint</Application>
  <PresentationFormat>Widescreen</PresentationFormat>
  <Paragraphs>54</Paragraphs>
  <Slides>28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MHW1</vt:lpstr>
      <vt:lpstr>Descrizione del progetto</vt:lpstr>
      <vt:lpstr>Layout complessivo HTML+CSS</vt:lpstr>
      <vt:lpstr>Header e Menù di Navigazione</vt:lpstr>
      <vt:lpstr>Header e Menù di Navigazione HTML</vt:lpstr>
      <vt:lpstr>Header e Menù di Navigazione CSS</vt:lpstr>
      <vt:lpstr>Sezione contenuti: «COVER»</vt:lpstr>
      <vt:lpstr>Sezione contenuti: «COVER»</vt:lpstr>
      <vt:lpstr>Sezione contenuti: «COVER»</vt:lpstr>
      <vt:lpstr>Sezione contenuti: «COVER»</vt:lpstr>
      <vt:lpstr>Sezione contenuti: «CARDS»</vt:lpstr>
      <vt:lpstr>Sezione contenuti: «CARDS»</vt:lpstr>
      <vt:lpstr>Sezione contenuti: «CARDS»</vt:lpstr>
      <vt:lpstr>Sezione contenuti: «CARDS»</vt:lpstr>
      <vt:lpstr>Sezione contenuti: «BANNER»</vt:lpstr>
      <vt:lpstr>Sezione contenuti: «BANNER»</vt:lpstr>
      <vt:lpstr>Sezione contenuti: «BANNER»</vt:lpstr>
      <vt:lpstr>Sezione contenuti: «BANNER»</vt:lpstr>
      <vt:lpstr>Footer</vt:lpstr>
      <vt:lpstr>Footer</vt:lpstr>
      <vt:lpstr>Footer</vt:lpstr>
      <vt:lpstr>Mobile Web:</vt:lpstr>
      <vt:lpstr>Mobile Web: «Header» e «Menù»</vt:lpstr>
      <vt:lpstr>Mobile Web: «Cover»</vt:lpstr>
      <vt:lpstr>Mobile Web:</vt:lpstr>
      <vt:lpstr>Mobile Web:</vt:lpstr>
      <vt:lpstr>Mobile Web:</vt:lpstr>
      <vt:lpstr>Mobile Web: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Vittorio Toscano</cp:lastModifiedBy>
  <cp:revision>8</cp:revision>
  <dcterms:created xsi:type="dcterms:W3CDTF">2021-03-24T16:57:46Z</dcterms:created>
  <dcterms:modified xsi:type="dcterms:W3CDTF">2021-03-26T21:57:07Z</dcterms:modified>
</cp:coreProperties>
</file>